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4" r:id="rId4"/>
    <p:sldId id="286" r:id="rId5"/>
    <p:sldId id="283" r:id="rId6"/>
    <p:sldId id="282" r:id="rId7"/>
    <p:sldId id="280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4CD8-960C-508F-0E94-3226E1CE9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5F083-F174-BEF7-E95E-C28192470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A465-5932-535A-F960-FFB1AEAF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CFE87-1ACB-510A-ADA6-89688C3F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7B563-6B53-8737-06CC-763C9456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19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54BD-3CC9-E301-06C9-7625303A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8D03-6B62-CBE8-40A4-B9F032603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66733-257C-2348-D8BE-6A0E52AD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3D39A-6046-9E09-D6D9-C8CBAA07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CC639-1E70-CACC-1774-1A5F0C7E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37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F05D-94CC-41F2-F340-7BCBF6BA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2ABC-87DC-D9A0-434D-5814648D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06E5-56DD-12F4-BD81-518FA99A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9F747-0215-538C-47DA-1D64FA15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7C2FE-9E4D-863A-B2D0-DE26C029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8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88F4-1FCF-1EE6-E325-701BFEAA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679F0-B747-492B-100E-147815F33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5539E-073E-225D-7471-1E8ECB535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B7418-1E51-ACD8-7F7F-8134CBA7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865A7-81D5-45EF-128C-EA83F52C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F837B-1AAE-E244-A455-60A71FB1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9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82B8-AD87-A5B5-08DB-704F7AAA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F414A-FF4F-2942-F731-9A17A96CC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7148E-920E-A7E1-6587-E61840BD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FA52A-F17A-0BA3-4474-D49A2D8AB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AE714-6F13-F0B5-7BDD-4CEE98B2C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48D7E-163D-4299-398A-F14A2303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25288-01FC-A357-60B0-EA229294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BA6C6-10F7-BD0E-4959-FC5D44D1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4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13AC-1B74-BABB-ECDE-008BF527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7830F-4D62-5902-AF28-5E1C22A4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6D998-DA3C-3626-8035-D43EC84F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51EE5-3E4B-BF01-B35D-0E34FC97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6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9CC87-4B97-6534-7BF2-8696D2C3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2E0E1-96CC-4CA6-432F-3E0CE9D2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2D37C-4DF9-33A5-0866-B7606940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85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7C94-B9FE-4BA2-22B5-7FB52F344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6F372-5D8D-D4E7-69F6-BC7E7AC1F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25949-C28A-3DCE-6691-59F7546C7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F0B68-5AFE-C827-B02D-EDC79F4E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82A73-4D30-3F55-3E48-BBC4F5C1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A4C66-AD7D-D2FD-13FE-624383B5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22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E1CA-5E4F-1C32-F017-E55AA2A8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93941-D8F0-10A7-7BE7-1E6C69364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706D-CCA3-3814-4385-B7694F3A0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61420-4C4A-0CD1-8A8A-A278584D9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8EE23-61D1-10FB-4663-C2B707ED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26DA5-B85C-5472-ACA1-AA03224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0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CDF9-8343-175B-A8BC-7692B856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1DA6B-E925-7458-9DB6-A0617B15D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A717-0613-CDF0-5D35-EA79CE0B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E9043-1CF4-B6F2-4B3A-AEE7FE63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39152-1EB2-4167-D03B-4426E729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95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40BB2-E910-D4A6-A26D-296180CCA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404EC-2CAE-544C-D836-5FF91C08E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C1DED-C170-829D-21FE-E5FF1F6C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7B89-46BD-A2E5-E628-7009E522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C55D1-0378-323B-3B9B-4F62AE2A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74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CC7C4-41C1-0653-C260-36D73B64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D79A-92B1-80F3-3C76-B78072DC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BF34-0497-7194-BE8E-7C092A73D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1FF1F-E6E6-48ED-B3D6-121C16653511}" type="datetimeFigureOut">
              <a:rPr lang="en-IN" smtClean="0"/>
              <a:t>20-07-2022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4CD38-B3F9-AB8D-C4FD-18AD9DBD4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DCB27-B661-DD65-73C3-3DFBF3ACF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D76D7-60B8-4FF6-83F7-6C86275EC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48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7D2-8D61-82F5-B651-9C82C5BB8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SEMI-AUTO CHEMISTRY ANALYSER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BA3C0-F468-3769-99F6-48CEB0F4A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/>
              <a:t>EB_1.0_CORE_V_1.0 BOARD PERIPHERAL CONNECTION DETAILS – </a:t>
            </a:r>
            <a:r>
              <a:rPr lang="en-US" sz="4400" dirty="0"/>
              <a:t>PHOTOMETER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4780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F6F9-DAA0-3D21-D813-21D616FC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0952"/>
          </a:xfrm>
        </p:spPr>
        <p:txBody>
          <a:bodyPr>
            <a:normAutofit fontScale="90000"/>
          </a:bodyPr>
          <a:lstStyle/>
          <a:p>
            <a:r>
              <a:rPr lang="en-US" dirty="0"/>
              <a:t>STM32F405VGT Pin out</a:t>
            </a:r>
            <a:endParaRPr lang="en-IN" dirty="0"/>
          </a:p>
        </p:txBody>
      </p:sp>
      <p:pic>
        <p:nvPicPr>
          <p:cNvPr id="10" name="Content Placeholder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FE7D363-F093-EA59-024C-7D59377F1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0" t="2547"/>
          <a:stretch/>
        </p:blipFill>
        <p:spPr>
          <a:xfrm>
            <a:off x="4552335" y="816078"/>
            <a:ext cx="6302477" cy="5968203"/>
          </a:xfrm>
        </p:spPr>
      </p:pic>
    </p:spTree>
    <p:extLst>
      <p:ext uri="{BB962C8B-B14F-4D97-AF65-F5344CB8AC3E}">
        <p14:creationId xmlns:p14="http://schemas.microsoft.com/office/powerpoint/2010/main" val="80230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58BC-0BD7-7BF1-96C9-2E8692AC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Hardware changes needs </a:t>
            </a:r>
            <a:br>
              <a:rPr lang="en-US" b="1" dirty="0"/>
            </a:br>
            <a:r>
              <a:rPr lang="en-US" b="1" dirty="0"/>
              <a:t>to be done before starting </a:t>
            </a:r>
            <a:br>
              <a:rPr lang="en-US" b="1" dirty="0"/>
            </a:br>
            <a:r>
              <a:rPr lang="en-US" b="1" dirty="0"/>
              <a:t>the device driver</a:t>
            </a:r>
            <a:endParaRPr lang="en-IN" b="1" dirty="0"/>
          </a:p>
        </p:txBody>
      </p:sp>
      <p:pic>
        <p:nvPicPr>
          <p:cNvPr id="11" name="Picture 10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C173FCB6-639D-E3AC-6A2E-47BA7DEE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63458" y="1869609"/>
            <a:ext cx="6262252" cy="32532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9A1A4E-570F-0E94-5922-1B41EC1DA1E5}"/>
              </a:ext>
            </a:extLst>
          </p:cNvPr>
          <p:cNvSpPr txBox="1"/>
          <p:nvPr/>
        </p:nvSpPr>
        <p:spPr>
          <a:xfrm>
            <a:off x="1091381" y="2910348"/>
            <a:ext cx="53418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remove(De-soldering) the capacitor from board </a:t>
            </a:r>
          </a:p>
          <a:p>
            <a:r>
              <a:rPr lang="en-US" dirty="0"/>
              <a:t>same as marked area in the ref image.</a:t>
            </a:r>
          </a:p>
          <a:p>
            <a:r>
              <a:rPr lang="en-US" dirty="0"/>
              <a:t>C104</a:t>
            </a:r>
          </a:p>
          <a:p>
            <a:r>
              <a:rPr lang="en-US" dirty="0"/>
              <a:t>C105</a:t>
            </a:r>
          </a:p>
          <a:p>
            <a:r>
              <a:rPr lang="en-US" dirty="0"/>
              <a:t>C106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F660818-759E-ECC9-7388-A3A6F0AD9E36}"/>
              </a:ext>
            </a:extLst>
          </p:cNvPr>
          <p:cNvCxnSpPr>
            <a:cxnSpLocks/>
          </p:cNvCxnSpPr>
          <p:nvPr/>
        </p:nvCxnSpPr>
        <p:spPr>
          <a:xfrm>
            <a:off x="6543589" y="3429000"/>
            <a:ext cx="2511921" cy="190008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9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circuit board&#10;&#10;Description automatically generated with medium confidence">
            <a:extLst>
              <a:ext uri="{FF2B5EF4-FFF2-40B4-BE49-F238E27FC236}">
                <a16:creationId xmlns:a16="http://schemas.microsoft.com/office/drawing/2014/main" id="{A6B0D03D-EDB3-53A5-2842-D3D6D01C8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570" y="365125"/>
            <a:ext cx="3238450" cy="6179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1658BC-0BD7-7BF1-96C9-2E8692AC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Hardware changes needs </a:t>
            </a:r>
            <a:br>
              <a:rPr lang="en-US" b="1" dirty="0"/>
            </a:br>
            <a:r>
              <a:rPr lang="en-US" b="1" dirty="0"/>
              <a:t>to be done before starting </a:t>
            </a:r>
            <a:br>
              <a:rPr lang="en-US" b="1" dirty="0"/>
            </a:br>
            <a:r>
              <a:rPr lang="en-US" b="1" dirty="0"/>
              <a:t>the device driver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9A1A4E-570F-0E94-5922-1B41EC1DA1E5}"/>
              </a:ext>
            </a:extLst>
          </p:cNvPr>
          <p:cNvSpPr txBox="1"/>
          <p:nvPr/>
        </p:nvSpPr>
        <p:spPr>
          <a:xfrm>
            <a:off x="1091381" y="2910348"/>
            <a:ext cx="53418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remove(De-soldering) the capacitor from board </a:t>
            </a:r>
          </a:p>
          <a:p>
            <a:r>
              <a:rPr lang="en-US" dirty="0"/>
              <a:t>same as marked area in the ref image.</a:t>
            </a:r>
          </a:p>
          <a:p>
            <a:r>
              <a:rPr lang="en-US" dirty="0"/>
              <a:t>C99</a:t>
            </a:r>
          </a:p>
          <a:p>
            <a:r>
              <a:rPr lang="en-US" dirty="0"/>
              <a:t>C100</a:t>
            </a:r>
          </a:p>
          <a:p>
            <a:r>
              <a:rPr lang="en-US" dirty="0"/>
              <a:t>C101</a:t>
            </a:r>
          </a:p>
          <a:p>
            <a:r>
              <a:rPr lang="en-US" dirty="0"/>
              <a:t>C102</a:t>
            </a:r>
            <a:endParaRPr lang="en-IN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F660818-759E-ECC9-7388-A3A6F0AD9E36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433228" y="3787511"/>
            <a:ext cx="4608398" cy="103029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447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86FF-F2DC-E2FB-55AE-DC1F788D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Photometer to Core board (COM)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73336-1D6D-26A1-FD0C-50732EE1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853" y="1825625"/>
            <a:ext cx="4701947" cy="4724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4E1C58-0263-B8F7-98B8-292417DDE104}"/>
              </a:ext>
            </a:extLst>
          </p:cNvPr>
          <p:cNvSpPr txBox="1"/>
          <p:nvPr/>
        </p:nvSpPr>
        <p:spPr>
          <a:xfrm>
            <a:off x="838200" y="2625213"/>
            <a:ext cx="299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 Receive only master mode</a:t>
            </a:r>
          </a:p>
        </p:txBody>
      </p:sp>
    </p:spTree>
    <p:extLst>
      <p:ext uri="{BB962C8B-B14F-4D97-AF65-F5344CB8AC3E}">
        <p14:creationId xmlns:p14="http://schemas.microsoft.com/office/powerpoint/2010/main" val="7720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F40C87-181E-F5EC-60AD-CA80D71466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 rotWithShape="1">
          <a:blip r:embed="rId2"/>
          <a:srcRect t="12152" r="2" b="2"/>
          <a:stretch/>
        </p:blipFill>
        <p:spPr>
          <a:xfrm>
            <a:off x="5711078" y="973394"/>
            <a:ext cx="6480922" cy="5884606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4AFEC-6C5A-CAC1-D2C5-5AF3C463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447071" cy="12290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dirty="0"/>
              <a:t>Photometer configuration  - Gain selection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F338B-5EC7-5FBB-CB03-AF2E3DA45441}"/>
              </a:ext>
            </a:extLst>
          </p:cNvPr>
          <p:cNvSpPr txBox="1"/>
          <p:nvPr/>
        </p:nvSpPr>
        <p:spPr>
          <a:xfrm>
            <a:off x="648931" y="2438400"/>
            <a:ext cx="3651466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Control 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Control 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Control C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Control D are 4 different type of gain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To select the gain, set the pin in high state</a:t>
            </a:r>
          </a:p>
        </p:txBody>
      </p:sp>
    </p:spTree>
    <p:extLst>
      <p:ext uri="{BB962C8B-B14F-4D97-AF65-F5344CB8AC3E}">
        <p14:creationId xmlns:p14="http://schemas.microsoft.com/office/powerpoint/2010/main" val="56089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BA8A-F745-1A50-F366-303615BB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Photometer connection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5F6FC-4116-D898-1542-5A02DEEF8F37}"/>
              </a:ext>
            </a:extLst>
          </p:cNvPr>
          <p:cNvSpPr txBox="1"/>
          <p:nvPr/>
        </p:nvSpPr>
        <p:spPr>
          <a:xfrm flipH="1">
            <a:off x="946191" y="1808018"/>
            <a:ext cx="5415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 10pin </a:t>
            </a:r>
            <a:r>
              <a:rPr lang="en-US" dirty="0" err="1"/>
              <a:t>jst</a:t>
            </a:r>
            <a:r>
              <a:rPr lang="en-US" dirty="0"/>
              <a:t> cable one end in core board connector P11 and another end in photometer board same as in the ref image.</a:t>
            </a:r>
            <a:endParaRPr lang="en-IN" dirty="0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E6B38785-B857-044B-A681-3F90721475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38925"/>
          <a:stretch/>
        </p:blipFill>
        <p:spPr>
          <a:xfrm>
            <a:off x="8260976" y="193066"/>
            <a:ext cx="3092824" cy="3578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47675F-6476-BADB-580B-01DFDFDA28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81"/>
          <a:stretch/>
        </p:blipFill>
        <p:spPr>
          <a:xfrm rot="16200000">
            <a:off x="8572016" y="3129708"/>
            <a:ext cx="2611932" cy="424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7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34FE-0C06-7B0D-3397-73F472C4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2565"/>
          </a:xfrm>
        </p:spPr>
        <p:txBody>
          <a:bodyPr>
            <a:normAutofit/>
          </a:bodyPr>
          <a:lstStyle/>
          <a:p>
            <a:r>
              <a:rPr lang="en-US" sz="2800" b="1" dirty="0"/>
              <a:t>SAR-ADC timing diagram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C636A-0C73-6AFB-EAD1-E4311830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231" y="365125"/>
            <a:ext cx="6374311" cy="620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2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161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SEMI-AUTO CHEMISTRY ANALYSER</vt:lpstr>
      <vt:lpstr>STM32F405VGT Pin out</vt:lpstr>
      <vt:lpstr>Hardware changes needs  to be done before starting  the device driver</vt:lpstr>
      <vt:lpstr>Hardware changes needs  to be done before starting  the device driver</vt:lpstr>
      <vt:lpstr>Photometer to Core board (COM) </vt:lpstr>
      <vt:lpstr>Photometer configuration  - Gain selection </vt:lpstr>
      <vt:lpstr>Photometer connection </vt:lpstr>
      <vt:lpstr>SAR-ADC timing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board connection document</dc:title>
  <dc:creator>Uthayakumar M</dc:creator>
  <cp:lastModifiedBy>Uthayakumar M</cp:lastModifiedBy>
  <cp:revision>56</cp:revision>
  <dcterms:created xsi:type="dcterms:W3CDTF">2022-05-10T10:59:57Z</dcterms:created>
  <dcterms:modified xsi:type="dcterms:W3CDTF">2022-07-20T05:24:44Z</dcterms:modified>
</cp:coreProperties>
</file>